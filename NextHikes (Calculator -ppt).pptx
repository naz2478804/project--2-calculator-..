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0CB524-495E-4FA6-8184-E94E75AA2DB2}" v="37" dt="2025-10-22T15:56:1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a Akhter" userId="eb0cff5458710322" providerId="LiveId" clId="{6B005780-7D2B-4692-8CE9-8B7328A44D84}"/>
    <pc:docChg chg="custSel addSld delSld modSld">
      <pc:chgData name="Nazia Akhter" userId="eb0cff5458710322" providerId="LiveId" clId="{6B005780-7D2B-4692-8CE9-8B7328A44D84}" dt="2025-10-22T16:08:33.021" v="1635" actId="207"/>
      <pc:docMkLst>
        <pc:docMk/>
      </pc:docMkLst>
      <pc:sldChg chg="modSp mod">
        <pc:chgData name="Nazia Akhter" userId="eb0cff5458710322" providerId="LiveId" clId="{6B005780-7D2B-4692-8CE9-8B7328A44D84}" dt="2025-10-22T10:45:43.784" v="13" actId="20577"/>
        <pc:sldMkLst>
          <pc:docMk/>
          <pc:sldMk cId="2077799825" sldId="256"/>
        </pc:sldMkLst>
        <pc:spChg chg="mod">
          <ac:chgData name="Nazia Akhter" userId="eb0cff5458710322" providerId="LiveId" clId="{6B005780-7D2B-4692-8CE9-8B7328A44D84}" dt="2025-10-22T10:45:43.784" v="13" actId="20577"/>
          <ac:spMkLst>
            <pc:docMk/>
            <pc:sldMk cId="2077799825" sldId="256"/>
            <ac:spMk id="3" creationId="{892CA28B-9E73-AAFF-2B0B-41472D767599}"/>
          </ac:spMkLst>
        </pc:spChg>
      </pc:sldChg>
      <pc:sldChg chg="modSp mod">
        <pc:chgData name="Nazia Akhter" userId="eb0cff5458710322" providerId="LiveId" clId="{6B005780-7D2B-4692-8CE9-8B7328A44D84}" dt="2025-10-22T11:29:06.901" v="259" actId="20577"/>
        <pc:sldMkLst>
          <pc:docMk/>
          <pc:sldMk cId="3438183313" sldId="257"/>
        </pc:sldMkLst>
        <pc:spChg chg="mod">
          <ac:chgData name="Nazia Akhter" userId="eb0cff5458710322" providerId="LiveId" clId="{6B005780-7D2B-4692-8CE9-8B7328A44D84}" dt="2025-10-22T11:29:06.901" v="259" actId="20577"/>
          <ac:spMkLst>
            <pc:docMk/>
            <pc:sldMk cId="3438183313" sldId="257"/>
            <ac:spMk id="3" creationId="{F4C01367-77A1-2CF0-0B20-48D00C61F70A}"/>
          </ac:spMkLst>
        </pc:spChg>
      </pc:sldChg>
      <pc:sldChg chg="modSp new mod">
        <pc:chgData name="Nazia Akhter" userId="eb0cff5458710322" providerId="LiveId" clId="{6B005780-7D2B-4692-8CE9-8B7328A44D84}" dt="2025-10-22T11:53:50.646" v="634" actId="20577"/>
        <pc:sldMkLst>
          <pc:docMk/>
          <pc:sldMk cId="2636122742" sldId="258"/>
        </pc:sldMkLst>
        <pc:spChg chg="mod">
          <ac:chgData name="Nazia Akhter" userId="eb0cff5458710322" providerId="LiveId" clId="{6B005780-7D2B-4692-8CE9-8B7328A44D84}" dt="2025-10-22T11:29:39.057" v="264" actId="20577"/>
          <ac:spMkLst>
            <pc:docMk/>
            <pc:sldMk cId="2636122742" sldId="258"/>
            <ac:spMk id="2" creationId="{8EE5550A-1A41-F4CE-7413-F95C12E5EF04}"/>
          </ac:spMkLst>
        </pc:spChg>
        <pc:spChg chg="mod">
          <ac:chgData name="Nazia Akhter" userId="eb0cff5458710322" providerId="LiveId" clId="{6B005780-7D2B-4692-8CE9-8B7328A44D84}" dt="2025-10-22T11:53:50.646" v="634" actId="20577"/>
          <ac:spMkLst>
            <pc:docMk/>
            <pc:sldMk cId="2636122742" sldId="258"/>
            <ac:spMk id="3" creationId="{7D5C5026-13A1-77A4-BCC7-32FD922CD4E5}"/>
          </ac:spMkLst>
        </pc:spChg>
      </pc:sldChg>
      <pc:sldChg chg="modSp new mod">
        <pc:chgData name="Nazia Akhter" userId="eb0cff5458710322" providerId="LiveId" clId="{6B005780-7D2B-4692-8CE9-8B7328A44D84}" dt="2025-10-22T12:03:24.063" v="878" actId="20577"/>
        <pc:sldMkLst>
          <pc:docMk/>
          <pc:sldMk cId="751823941" sldId="259"/>
        </pc:sldMkLst>
        <pc:spChg chg="mod">
          <ac:chgData name="Nazia Akhter" userId="eb0cff5458710322" providerId="LiveId" clId="{6B005780-7D2B-4692-8CE9-8B7328A44D84}" dt="2025-10-22T11:58:10.623" v="658" actId="20577"/>
          <ac:spMkLst>
            <pc:docMk/>
            <pc:sldMk cId="751823941" sldId="259"/>
            <ac:spMk id="2" creationId="{3091D26A-ABCE-9446-42B4-68C69FC251C2}"/>
          </ac:spMkLst>
        </pc:spChg>
        <pc:spChg chg="mod">
          <ac:chgData name="Nazia Akhter" userId="eb0cff5458710322" providerId="LiveId" clId="{6B005780-7D2B-4692-8CE9-8B7328A44D84}" dt="2025-10-22T12:03:24.063" v="878" actId="20577"/>
          <ac:spMkLst>
            <pc:docMk/>
            <pc:sldMk cId="751823941" sldId="259"/>
            <ac:spMk id="3" creationId="{E3E2852B-CBBD-1F9A-94A9-1C9E4DC76951}"/>
          </ac:spMkLst>
        </pc:spChg>
      </pc:sldChg>
      <pc:sldChg chg="modSp new mod">
        <pc:chgData name="Nazia Akhter" userId="eb0cff5458710322" providerId="LiveId" clId="{6B005780-7D2B-4692-8CE9-8B7328A44D84}" dt="2025-10-22T14:40:46.211" v="1227" actId="20577"/>
        <pc:sldMkLst>
          <pc:docMk/>
          <pc:sldMk cId="1254650129" sldId="260"/>
        </pc:sldMkLst>
        <pc:spChg chg="mod">
          <ac:chgData name="Nazia Akhter" userId="eb0cff5458710322" providerId="LiveId" clId="{6B005780-7D2B-4692-8CE9-8B7328A44D84}" dt="2025-10-22T14:40:46.211" v="1227" actId="20577"/>
          <ac:spMkLst>
            <pc:docMk/>
            <pc:sldMk cId="1254650129" sldId="260"/>
            <ac:spMk id="2" creationId="{5E34706B-6AD0-7155-BD82-0BB4F651E9EC}"/>
          </ac:spMkLst>
        </pc:spChg>
        <pc:spChg chg="mod">
          <ac:chgData name="Nazia Akhter" userId="eb0cff5458710322" providerId="LiveId" clId="{6B005780-7D2B-4692-8CE9-8B7328A44D84}" dt="2025-10-22T14:37:59.441" v="1182" actId="313"/>
          <ac:spMkLst>
            <pc:docMk/>
            <pc:sldMk cId="1254650129" sldId="260"/>
            <ac:spMk id="3" creationId="{811E32E3-4C2F-6727-3E80-FBDDA7A0558C}"/>
          </ac:spMkLst>
        </pc:spChg>
      </pc:sldChg>
      <pc:sldChg chg="addSp delSp modSp new mod">
        <pc:chgData name="Nazia Akhter" userId="eb0cff5458710322" providerId="LiveId" clId="{6B005780-7D2B-4692-8CE9-8B7328A44D84}" dt="2025-10-22T15:11:27.035" v="1451"/>
        <pc:sldMkLst>
          <pc:docMk/>
          <pc:sldMk cId="339852970" sldId="261"/>
        </pc:sldMkLst>
        <pc:spChg chg="mod">
          <ac:chgData name="Nazia Akhter" userId="eb0cff5458710322" providerId="LiveId" clId="{6B005780-7D2B-4692-8CE9-8B7328A44D84}" dt="2025-10-22T15:09:43.638" v="1437" actId="207"/>
          <ac:spMkLst>
            <pc:docMk/>
            <pc:sldMk cId="339852970" sldId="261"/>
            <ac:spMk id="2" creationId="{D0C98022-43C5-9EE3-0D79-ED9F51AF8857}"/>
          </ac:spMkLst>
        </pc:spChg>
        <pc:spChg chg="del">
          <ac:chgData name="Nazia Akhter" userId="eb0cff5458710322" providerId="LiveId" clId="{6B005780-7D2B-4692-8CE9-8B7328A44D84}" dt="2025-10-22T14:49:12.676" v="1291"/>
          <ac:spMkLst>
            <pc:docMk/>
            <pc:sldMk cId="339852970" sldId="261"/>
            <ac:spMk id="3" creationId="{7E22E830-EE9C-465F-B7AC-D0758E688D20}"/>
          </ac:spMkLst>
        </pc:spChg>
        <pc:graphicFrameChg chg="add mod">
          <ac:chgData name="Nazia Akhter" userId="eb0cff5458710322" providerId="LiveId" clId="{6B005780-7D2B-4692-8CE9-8B7328A44D84}" dt="2025-10-22T15:11:27.035" v="1451"/>
          <ac:graphicFrameMkLst>
            <pc:docMk/>
            <pc:sldMk cId="339852970" sldId="261"/>
            <ac:graphicFrameMk id="4" creationId="{6A48B589-AA15-8F01-56BE-6725C42A2875}"/>
          </ac:graphicFrameMkLst>
        </pc:graphicFrameChg>
        <pc:picChg chg="add mod">
          <ac:chgData name="Nazia Akhter" userId="eb0cff5458710322" providerId="LiveId" clId="{6B005780-7D2B-4692-8CE9-8B7328A44D84}" dt="2025-10-22T14:54:48.983" v="1332" actId="1076"/>
          <ac:picMkLst>
            <pc:docMk/>
            <pc:sldMk cId="339852970" sldId="261"/>
            <ac:picMk id="6" creationId="{329D50AF-B1FA-328E-7525-304A7A020B06}"/>
          </ac:picMkLst>
        </pc:picChg>
      </pc:sldChg>
      <pc:sldChg chg="addSp delSp modSp new mod">
        <pc:chgData name="Nazia Akhter" userId="eb0cff5458710322" providerId="LiveId" clId="{6B005780-7D2B-4692-8CE9-8B7328A44D84}" dt="2025-10-22T15:09:51.870" v="1438" actId="207"/>
        <pc:sldMkLst>
          <pc:docMk/>
          <pc:sldMk cId="886692848" sldId="262"/>
        </pc:sldMkLst>
        <pc:spChg chg="mod">
          <ac:chgData name="Nazia Akhter" userId="eb0cff5458710322" providerId="LiveId" clId="{6B005780-7D2B-4692-8CE9-8B7328A44D84}" dt="2025-10-22T15:09:51.870" v="1438" actId="207"/>
          <ac:spMkLst>
            <pc:docMk/>
            <pc:sldMk cId="886692848" sldId="262"/>
            <ac:spMk id="2" creationId="{F4A78B84-2367-E831-D95C-4B2EFA298D78}"/>
          </ac:spMkLst>
        </pc:spChg>
        <pc:spChg chg="del">
          <ac:chgData name="Nazia Akhter" userId="eb0cff5458710322" providerId="LiveId" clId="{6B005780-7D2B-4692-8CE9-8B7328A44D84}" dt="2025-10-22T14:57:01.646" v="1369"/>
          <ac:spMkLst>
            <pc:docMk/>
            <pc:sldMk cId="886692848" sldId="262"/>
            <ac:spMk id="3" creationId="{854CF824-948E-1DB1-E3A3-82E9262FA4E9}"/>
          </ac:spMkLst>
        </pc:spChg>
        <pc:graphicFrameChg chg="add mod">
          <ac:chgData name="Nazia Akhter" userId="eb0cff5458710322" providerId="LiveId" clId="{6B005780-7D2B-4692-8CE9-8B7328A44D84}" dt="2025-10-22T15:04:04.884" v="1380" actId="14100"/>
          <ac:graphicFrameMkLst>
            <pc:docMk/>
            <pc:sldMk cId="886692848" sldId="262"/>
            <ac:graphicFrameMk id="4" creationId="{02451994-4D7D-A4FC-148E-71EE098C3CE3}"/>
          </ac:graphicFrameMkLst>
        </pc:graphicFrameChg>
        <pc:picChg chg="add mod">
          <ac:chgData name="Nazia Akhter" userId="eb0cff5458710322" providerId="LiveId" clId="{6B005780-7D2B-4692-8CE9-8B7328A44D84}" dt="2025-10-22T15:04:50.549" v="1390" actId="14100"/>
          <ac:picMkLst>
            <pc:docMk/>
            <pc:sldMk cId="886692848" sldId="262"/>
            <ac:picMk id="6" creationId="{73F9D773-8778-F0B5-51D7-2F937D431F72}"/>
          </ac:picMkLst>
        </pc:picChg>
      </pc:sldChg>
      <pc:sldChg chg="addSp delSp modSp new mod">
        <pc:chgData name="Nazia Akhter" userId="eb0cff5458710322" providerId="LiveId" clId="{6B005780-7D2B-4692-8CE9-8B7328A44D84}" dt="2025-10-22T15:16:34.944" v="1479" actId="207"/>
        <pc:sldMkLst>
          <pc:docMk/>
          <pc:sldMk cId="2296059228" sldId="263"/>
        </pc:sldMkLst>
        <pc:spChg chg="mod">
          <ac:chgData name="Nazia Akhter" userId="eb0cff5458710322" providerId="LiveId" clId="{6B005780-7D2B-4692-8CE9-8B7328A44D84}" dt="2025-10-22T15:10:00.683" v="1439" actId="207"/>
          <ac:spMkLst>
            <pc:docMk/>
            <pc:sldMk cId="2296059228" sldId="263"/>
            <ac:spMk id="2" creationId="{8DD8F1AA-A49C-C883-D25A-BBCD3F6A34A6}"/>
          </ac:spMkLst>
        </pc:spChg>
        <pc:spChg chg="del">
          <ac:chgData name="Nazia Akhter" userId="eb0cff5458710322" providerId="LiveId" clId="{6B005780-7D2B-4692-8CE9-8B7328A44D84}" dt="2025-10-22T15:06:59.845" v="1402"/>
          <ac:spMkLst>
            <pc:docMk/>
            <pc:sldMk cId="2296059228" sldId="263"/>
            <ac:spMk id="3" creationId="{F58DD0C4-2F5F-13B5-7F5E-9752AD82878E}"/>
          </ac:spMkLst>
        </pc:spChg>
        <pc:graphicFrameChg chg="add mod">
          <ac:chgData name="Nazia Akhter" userId="eb0cff5458710322" providerId="LiveId" clId="{6B005780-7D2B-4692-8CE9-8B7328A44D84}" dt="2025-10-22T15:16:34.944" v="1479" actId="207"/>
          <ac:graphicFrameMkLst>
            <pc:docMk/>
            <pc:sldMk cId="2296059228" sldId="263"/>
            <ac:graphicFrameMk id="4" creationId="{FB03E483-54FE-4802-B5F5-37512AFDD2B8}"/>
          </ac:graphicFrameMkLst>
        </pc:graphicFrameChg>
        <pc:picChg chg="add mod">
          <ac:chgData name="Nazia Akhter" userId="eb0cff5458710322" providerId="LiveId" clId="{6B005780-7D2B-4692-8CE9-8B7328A44D84}" dt="2025-10-22T15:10:51.704" v="1450" actId="14100"/>
          <ac:picMkLst>
            <pc:docMk/>
            <pc:sldMk cId="2296059228" sldId="263"/>
            <ac:picMk id="6" creationId="{B9A762E9-FEF2-2891-6C61-4F774D6C8B19}"/>
          </ac:picMkLst>
        </pc:picChg>
      </pc:sldChg>
      <pc:sldChg chg="addSp delSp modSp new mod">
        <pc:chgData name="Nazia Akhter" userId="eb0cff5458710322" providerId="LiveId" clId="{6B005780-7D2B-4692-8CE9-8B7328A44D84}" dt="2025-10-22T15:22:35.336" v="1509" actId="14100"/>
        <pc:sldMkLst>
          <pc:docMk/>
          <pc:sldMk cId="4281193303" sldId="264"/>
        </pc:sldMkLst>
        <pc:spChg chg="mod">
          <ac:chgData name="Nazia Akhter" userId="eb0cff5458710322" providerId="LiveId" clId="{6B005780-7D2B-4692-8CE9-8B7328A44D84}" dt="2025-10-22T15:16:03.202" v="1474" actId="14100"/>
          <ac:spMkLst>
            <pc:docMk/>
            <pc:sldMk cId="4281193303" sldId="264"/>
            <ac:spMk id="2" creationId="{E3187254-475A-78A6-C4C4-65BFCA901D02}"/>
          </ac:spMkLst>
        </pc:spChg>
        <pc:spChg chg="del">
          <ac:chgData name="Nazia Akhter" userId="eb0cff5458710322" providerId="LiveId" clId="{6B005780-7D2B-4692-8CE9-8B7328A44D84}" dt="2025-10-22T15:16:15.373" v="1476"/>
          <ac:spMkLst>
            <pc:docMk/>
            <pc:sldMk cId="4281193303" sldId="264"/>
            <ac:spMk id="3" creationId="{26D31732-43F3-5B69-24FD-6D747F53C013}"/>
          </ac:spMkLst>
        </pc:spChg>
        <pc:graphicFrameChg chg="add mod">
          <ac:chgData name="Nazia Akhter" userId="eb0cff5458710322" providerId="LiveId" clId="{6B005780-7D2B-4692-8CE9-8B7328A44D84}" dt="2025-10-22T15:22:19.408" v="1506" actId="14100"/>
          <ac:graphicFrameMkLst>
            <pc:docMk/>
            <pc:sldMk cId="4281193303" sldId="264"/>
            <ac:graphicFrameMk id="4" creationId="{AA6475EE-530B-03B8-5733-0C09B1143FF2}"/>
          </ac:graphicFrameMkLst>
        </pc:graphicFrameChg>
        <pc:picChg chg="add mod">
          <ac:chgData name="Nazia Akhter" userId="eb0cff5458710322" providerId="LiveId" clId="{6B005780-7D2B-4692-8CE9-8B7328A44D84}" dt="2025-10-22T15:22:35.336" v="1509" actId="14100"/>
          <ac:picMkLst>
            <pc:docMk/>
            <pc:sldMk cId="4281193303" sldId="264"/>
            <ac:picMk id="6" creationId="{07ABBE35-5405-F919-DCE7-6DC86BCD3966}"/>
          </ac:picMkLst>
        </pc:picChg>
      </pc:sldChg>
      <pc:sldChg chg="addSp delSp modSp new mod">
        <pc:chgData name="Nazia Akhter" userId="eb0cff5458710322" providerId="LiveId" clId="{6B005780-7D2B-4692-8CE9-8B7328A44D84}" dt="2025-10-22T15:56:11.259" v="1568" actId="255"/>
        <pc:sldMkLst>
          <pc:docMk/>
          <pc:sldMk cId="658475146" sldId="265"/>
        </pc:sldMkLst>
        <pc:spChg chg="mod">
          <ac:chgData name="Nazia Akhter" userId="eb0cff5458710322" providerId="LiveId" clId="{6B005780-7D2B-4692-8CE9-8B7328A44D84}" dt="2025-10-22T15:23:47.283" v="1555" actId="122"/>
          <ac:spMkLst>
            <pc:docMk/>
            <pc:sldMk cId="658475146" sldId="265"/>
            <ac:spMk id="2" creationId="{306CE05A-F7B0-3C49-403F-E6FA9D913B32}"/>
          </ac:spMkLst>
        </pc:spChg>
        <pc:spChg chg="del">
          <ac:chgData name="Nazia Akhter" userId="eb0cff5458710322" providerId="LiveId" clId="{6B005780-7D2B-4692-8CE9-8B7328A44D84}" dt="2025-10-22T15:23:55.264" v="1557"/>
          <ac:spMkLst>
            <pc:docMk/>
            <pc:sldMk cId="658475146" sldId="265"/>
            <ac:spMk id="3" creationId="{097E960E-3579-FF24-B264-15B58E25C9D1}"/>
          </ac:spMkLst>
        </pc:spChg>
        <pc:graphicFrameChg chg="add mod">
          <ac:chgData name="Nazia Akhter" userId="eb0cff5458710322" providerId="LiveId" clId="{6B005780-7D2B-4692-8CE9-8B7328A44D84}" dt="2025-10-22T15:56:11.259" v="1568" actId="255"/>
          <ac:graphicFrameMkLst>
            <pc:docMk/>
            <pc:sldMk cId="658475146" sldId="265"/>
            <ac:graphicFrameMk id="4" creationId="{33C3FD97-4418-5CBF-671F-87B2C88257F5}"/>
          </ac:graphicFrameMkLst>
        </pc:graphicFrameChg>
        <pc:picChg chg="add mod">
          <ac:chgData name="Nazia Akhter" userId="eb0cff5458710322" providerId="LiveId" clId="{6B005780-7D2B-4692-8CE9-8B7328A44D84}" dt="2025-10-22T15:24:57.191" v="1566" actId="14100"/>
          <ac:picMkLst>
            <pc:docMk/>
            <pc:sldMk cId="658475146" sldId="265"/>
            <ac:picMk id="6" creationId="{1815F85C-42F9-347F-6775-516B3169CF23}"/>
          </ac:picMkLst>
        </pc:picChg>
      </pc:sldChg>
      <pc:sldChg chg="modSp new del mod">
        <pc:chgData name="Nazia Akhter" userId="eb0cff5458710322" providerId="LiveId" clId="{6B005780-7D2B-4692-8CE9-8B7328A44D84}" dt="2025-10-22T15:57:43.084" v="1580" actId="2696"/>
        <pc:sldMkLst>
          <pc:docMk/>
          <pc:sldMk cId="1693174986" sldId="266"/>
        </pc:sldMkLst>
        <pc:spChg chg="mod">
          <ac:chgData name="Nazia Akhter" userId="eb0cff5458710322" providerId="LiveId" clId="{6B005780-7D2B-4692-8CE9-8B7328A44D84}" dt="2025-10-22T15:57:19.118" v="1578" actId="20577"/>
          <ac:spMkLst>
            <pc:docMk/>
            <pc:sldMk cId="1693174986" sldId="266"/>
            <ac:spMk id="3" creationId="{384DFD6D-A880-6FF1-49EA-3C988AADFE91}"/>
          </ac:spMkLst>
        </pc:spChg>
      </pc:sldChg>
      <pc:sldChg chg="modSp new del mod">
        <pc:chgData name="Nazia Akhter" userId="eb0cff5458710322" providerId="LiveId" clId="{6B005780-7D2B-4692-8CE9-8B7328A44D84}" dt="2025-10-22T15:59:40.323" v="1599" actId="2696"/>
        <pc:sldMkLst>
          <pc:docMk/>
          <pc:sldMk cId="4119137659" sldId="266"/>
        </pc:sldMkLst>
        <pc:spChg chg="mod">
          <ac:chgData name="Nazia Akhter" userId="eb0cff5458710322" providerId="LiveId" clId="{6B005780-7D2B-4692-8CE9-8B7328A44D84}" dt="2025-10-22T15:59:05.953" v="1597" actId="207"/>
          <ac:spMkLst>
            <pc:docMk/>
            <pc:sldMk cId="4119137659" sldId="266"/>
            <ac:spMk id="2" creationId="{ADE690AE-1A74-08FA-63F4-AC5A4EC8F029}"/>
          </ac:spMkLst>
        </pc:spChg>
      </pc:sldChg>
      <pc:sldChg chg="new del">
        <pc:chgData name="Nazia Akhter" userId="eb0cff5458710322" providerId="LiveId" clId="{6B005780-7D2B-4692-8CE9-8B7328A44D84}" dt="2025-10-22T16:05:42.470" v="1616" actId="2696"/>
        <pc:sldMkLst>
          <pc:docMk/>
          <pc:sldMk cId="4292244652" sldId="266"/>
        </pc:sldMkLst>
      </pc:sldChg>
      <pc:sldChg chg="new del">
        <pc:chgData name="Nazia Akhter" userId="eb0cff5458710322" providerId="LiveId" clId="{6B005780-7D2B-4692-8CE9-8B7328A44D84}" dt="2025-10-22T16:08:04.192" v="1633" actId="2696"/>
        <pc:sldMkLst>
          <pc:docMk/>
          <pc:sldMk cId="371242558" sldId="267"/>
        </pc:sldMkLst>
      </pc:sldChg>
      <pc:sldChg chg="modSp new del mod">
        <pc:chgData name="Nazia Akhter" userId="eb0cff5458710322" providerId="LiveId" clId="{6B005780-7D2B-4692-8CE9-8B7328A44D84}" dt="2025-10-22T16:00:31.536" v="1613" actId="2696"/>
        <pc:sldMkLst>
          <pc:docMk/>
          <pc:sldMk cId="3582245617" sldId="267"/>
        </pc:sldMkLst>
        <pc:spChg chg="mod">
          <ac:chgData name="Nazia Akhter" userId="eb0cff5458710322" providerId="LiveId" clId="{6B005780-7D2B-4692-8CE9-8B7328A44D84}" dt="2025-10-22T16:00:08.036" v="1612" actId="255"/>
          <ac:spMkLst>
            <pc:docMk/>
            <pc:sldMk cId="3582245617" sldId="267"/>
            <ac:spMk id="2" creationId="{88E75107-82F2-2F37-D77F-E21DCA840D69}"/>
          </ac:spMkLst>
        </pc:spChg>
      </pc:sldChg>
      <pc:sldChg chg="new del">
        <pc:chgData name="Nazia Akhter" userId="eb0cff5458710322" providerId="LiveId" clId="{6B005780-7D2B-4692-8CE9-8B7328A44D84}" dt="2025-10-22T15:58:01.292" v="1581" actId="2696"/>
        <pc:sldMkLst>
          <pc:docMk/>
          <pc:sldMk cId="3976720283" sldId="267"/>
        </pc:sldMkLst>
      </pc:sldChg>
      <pc:sldChg chg="delSp modSp new mod">
        <pc:chgData name="Nazia Akhter" userId="eb0cff5458710322" providerId="LiveId" clId="{6B005780-7D2B-4692-8CE9-8B7328A44D84}" dt="2025-10-22T16:08:33.021" v="1635" actId="207"/>
        <pc:sldMkLst>
          <pc:docMk/>
          <pc:sldMk cId="760256136" sldId="268"/>
        </pc:sldMkLst>
        <pc:spChg chg="del">
          <ac:chgData name="Nazia Akhter" userId="eb0cff5458710322" providerId="LiveId" clId="{6B005780-7D2B-4692-8CE9-8B7328A44D84}" dt="2025-10-22T16:07:10.215" v="1618" actId="478"/>
          <ac:spMkLst>
            <pc:docMk/>
            <pc:sldMk cId="760256136" sldId="268"/>
            <ac:spMk id="2" creationId="{0AEF1A79-B591-75C8-6E94-D5D5BDB0314E}"/>
          </ac:spMkLst>
        </pc:spChg>
        <pc:spChg chg="mod">
          <ac:chgData name="Nazia Akhter" userId="eb0cff5458710322" providerId="LiveId" clId="{6B005780-7D2B-4692-8CE9-8B7328A44D84}" dt="2025-10-22T16:08:33.021" v="1635" actId="207"/>
          <ac:spMkLst>
            <pc:docMk/>
            <pc:sldMk cId="760256136" sldId="268"/>
            <ac:spMk id="3" creationId="{1A85E1E2-BFAC-44F3-8894-743C8670A8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D1729-0ACB-4487-84E3-50C62BDDA41F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33F9B-2D88-477A-9435-4606873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32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3F9B-2D88-477A-9435-46068737C9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13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06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408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7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52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9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69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68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8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59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00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063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00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580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02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029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346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7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80A89D-7E58-4C5E-B505-935E6DEC2A41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85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1865-1873-ACBC-96EF-BF3741BEA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111045"/>
            <a:ext cx="6815669" cy="2782529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b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sz="72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CALCULATOR</a:t>
            </a:r>
            <a:br>
              <a:rPr lang="en-US" sz="54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sz="4000" dirty="0" err="1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NextHikes</a:t>
            </a:r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 </a:t>
            </a:r>
            <a:br>
              <a:rPr lang="en-US" sz="40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IT Solutions</a:t>
            </a:r>
            <a:endParaRPr lang="en-IN" sz="4000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CA28B-9E73-AAFF-2B0B-41472D767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endParaRPr lang="en-IN" dirty="0"/>
          </a:p>
          <a:p>
            <a:r>
              <a:rPr lang="en-IN" dirty="0"/>
              <a:t>							</a:t>
            </a:r>
          </a:p>
          <a:p>
            <a:r>
              <a:rPr lang="en-IN" dirty="0"/>
              <a:t>							</a:t>
            </a:r>
            <a:r>
              <a:rPr lang="en-IN" sz="5900" b="1" dirty="0">
                <a:solidFill>
                  <a:schemeClr val="accent5"/>
                </a:solidFill>
              </a:rPr>
              <a:t>Nazia Akhter</a:t>
            </a:r>
          </a:p>
        </p:txBody>
      </p:sp>
    </p:spTree>
    <p:extLst>
      <p:ext uri="{BB962C8B-B14F-4D97-AF65-F5344CB8AC3E}">
        <p14:creationId xmlns:p14="http://schemas.microsoft.com/office/powerpoint/2010/main" val="207779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DCE6-93C3-13FC-77C2-FA5E4B17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OVERVIEW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1367-77A1-2CF0-0B20-48D00C61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Developed a GUI Calculator using Python and </a:t>
            </a:r>
            <a:r>
              <a:rPr lang="en-US" dirty="0" err="1">
                <a:solidFill>
                  <a:schemeClr val="tx1"/>
                </a:solidFill>
              </a:rPr>
              <a:t>Tkinter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Supports arithmetic operations: addition, subtraction, multiplication, division and percentage.</a:t>
            </a:r>
          </a:p>
          <a:p>
            <a:r>
              <a:rPr lang="en-US" dirty="0">
                <a:solidFill>
                  <a:schemeClr val="tx1"/>
                </a:solidFill>
              </a:rPr>
              <a:t>User-friendly interface with buttons for digits and operators.</a:t>
            </a:r>
          </a:p>
          <a:p>
            <a:r>
              <a:rPr lang="en-US" dirty="0">
                <a:solidFill>
                  <a:schemeClr val="tx1"/>
                </a:solidFill>
              </a:rPr>
              <a:t>Input handling calculation logic and error validation implemented in python.</a:t>
            </a:r>
          </a:p>
          <a:p>
            <a:r>
              <a:rPr lang="en-US" dirty="0">
                <a:solidFill>
                  <a:schemeClr val="tx1"/>
                </a:solidFill>
              </a:rPr>
              <a:t>Suitable for beginners learning GUI programming and small python application development.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18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550A-1A41-F4CE-7413-F95C12E5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LIBRARIES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5026-13A1-77A4-BCC7-32FD922CD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Tkinter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Primary Library used for building the GUI (Graphical User Interface)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Provides widgets like Buttons, Entry, Frame, Labels.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Eval () used for evaluating mathematical expression typed into the calculator.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Basic Python string manipulation and variable handling (no external libraries required)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VS Code Python Extension – Development and debugging support.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Clear button to reset the input field.</a:t>
            </a:r>
          </a:p>
        </p:txBody>
      </p:sp>
    </p:spTree>
    <p:extLst>
      <p:ext uri="{BB962C8B-B14F-4D97-AF65-F5344CB8AC3E}">
        <p14:creationId xmlns:p14="http://schemas.microsoft.com/office/powerpoint/2010/main" val="263612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D26A-ABCE-9446-42B4-68C69FC2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Challenges faced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2852B-CBBD-1F9A-94A9-1C9E4DC76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Aligning Buttons and entry fields properly using frames, grid, bold and pack methods.</a:t>
            </a:r>
          </a:p>
          <a:p>
            <a:r>
              <a:rPr lang="en-US" dirty="0">
                <a:solidFill>
                  <a:schemeClr val="tx1"/>
                </a:solidFill>
              </a:rPr>
              <a:t>Consistency in sizing and spacing of buttons</a:t>
            </a:r>
          </a:p>
          <a:p>
            <a:r>
              <a:rPr lang="en-US" dirty="0">
                <a:solidFill>
                  <a:schemeClr val="tx1"/>
                </a:solidFill>
              </a:rPr>
              <a:t>Adjusting layout to avoid overlapping or resizing issues.</a:t>
            </a:r>
          </a:p>
          <a:p>
            <a:r>
              <a:rPr lang="en-US" dirty="0">
                <a:solidFill>
                  <a:schemeClr val="tx1"/>
                </a:solidFill>
              </a:rPr>
              <a:t>Ensuring the correct value is passed to lambda functions.</a:t>
            </a:r>
          </a:p>
          <a:p>
            <a:r>
              <a:rPr lang="en-US" dirty="0">
                <a:solidFill>
                  <a:schemeClr val="tx1"/>
                </a:solidFill>
              </a:rPr>
              <a:t>Managing Python’s eval () limitations or errors.</a:t>
            </a:r>
          </a:p>
          <a:p>
            <a:r>
              <a:rPr lang="en-US" dirty="0" err="1">
                <a:solidFill>
                  <a:schemeClr val="tx1"/>
                </a:solidFill>
              </a:rPr>
              <a:t>Tkinter</a:t>
            </a:r>
            <a:r>
              <a:rPr lang="en-US" dirty="0">
                <a:solidFill>
                  <a:schemeClr val="tx1"/>
                </a:solidFill>
              </a:rPr>
              <a:t> as basic UI styling, making modern design difficult.</a:t>
            </a:r>
          </a:p>
        </p:txBody>
      </p:sp>
    </p:spTree>
    <p:extLst>
      <p:ext uri="{BB962C8B-B14F-4D97-AF65-F5344CB8AC3E}">
        <p14:creationId xmlns:p14="http://schemas.microsoft.com/office/powerpoint/2010/main" val="75182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706B-6AD0-7155-BD82-0BB4F651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Screenshot of Calculator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C60731-4281-D701-4C50-DAE9DD67E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9027" y="2557463"/>
            <a:ext cx="267394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5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5E1E2-BFAC-44F3-8894-743C8670A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2104103"/>
            <a:ext cx="8630446" cy="2715021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THANK YOU</a:t>
            </a:r>
            <a:endParaRPr lang="en-IN" sz="9600" dirty="0">
              <a:solidFill>
                <a:schemeClr val="accent4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56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421</TotalTime>
  <Words>226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Arial Rounded MT Bold</vt:lpstr>
      <vt:lpstr>Calibri</vt:lpstr>
      <vt:lpstr>Cambria</vt:lpstr>
      <vt:lpstr>Garamond</vt:lpstr>
      <vt:lpstr>Organic</vt:lpstr>
      <vt:lpstr>          CALCULATOR NextHikes  IT Solutions</vt:lpstr>
      <vt:lpstr>OVERVIEW</vt:lpstr>
      <vt:lpstr>LIBRARIES USED</vt:lpstr>
      <vt:lpstr>Challenges faced</vt:lpstr>
      <vt:lpstr>Screenshot of Calculator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Nazia Akhter</dc:creator>
  <cp:lastModifiedBy>Nazia Akhter</cp:lastModifiedBy>
  <cp:revision>6</cp:revision>
  <dcterms:created xsi:type="dcterms:W3CDTF">2025-10-21T18:45:31Z</dcterms:created>
  <dcterms:modified xsi:type="dcterms:W3CDTF">2025-11-24T20:09:27Z</dcterms:modified>
</cp:coreProperties>
</file>